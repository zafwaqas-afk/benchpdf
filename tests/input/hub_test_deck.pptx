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Office Conversion Hub — Test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Used to verify PPTX -&gt; PDF via PowerPoint COM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